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normAutofit fontScale="90000"/>
          </a:bodyPr>
          <a:p>
            <a:r>
              <a:rPr lang="en-US" altLang="en-GB"/>
              <a:t>GOOD DAY THIS IS A PRESENTATION DONE AT GOMYCODE DEMO BY VICTOR ON 31ST OCTOBER, 2025</a:t>
            </a:r>
            <a:endParaRPr lang="en-US" altLang="en-GB"/>
          </a:p>
        </p:txBody>
      </p:sp>
      <p:sp>
        <p:nvSpPr>
          <p:cNvPr id="3" name="Subtitle 2"/>
          <p:cNvSpPr>
            <a:spLocks noGrp="1"/>
          </p:cNvSpPr>
          <p:nvPr>
            <p:ph type="subTitle" idx="1"/>
          </p:nvPr>
        </p:nvSpPr>
        <p:spPr/>
        <p:txBody>
          <a:bodyPr/>
          <a:p>
            <a:endParaRPr lang="en-GB" altLang="en-US"/>
          </a:p>
          <a:p>
            <a:r>
              <a:rPr lang="en-US" altLang="en-GB"/>
              <a:t>THE DATASET FOCUSES MAINLY ON FASHIOON BOUTIQUE STORE</a:t>
            </a:r>
            <a:endParaRPr lang="en-US" alt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GB"/>
              <a:t>THE MEANING OF A FASHION BOUTIQUE STORE</a:t>
            </a:r>
            <a:endParaRPr lang="en-US" altLang="en-GB"/>
          </a:p>
        </p:txBody>
      </p:sp>
      <p:sp>
        <p:nvSpPr>
          <p:cNvPr id="3" name="Content Placeholder 2"/>
          <p:cNvSpPr>
            <a:spLocks noGrp="1"/>
          </p:cNvSpPr>
          <p:nvPr>
            <p:ph idx="1"/>
          </p:nvPr>
        </p:nvSpPr>
        <p:spPr/>
        <p:txBody>
          <a:bodyPr/>
          <a:p>
            <a:endParaRPr lang="en-GB" altLang="en-US"/>
          </a:p>
          <a:p>
            <a:r>
              <a:rPr lang="en-US" altLang="en-GB"/>
              <a:t>         A fashion boutique store is a place where people go to make purchases on their ideal choice of clothes, shoes, belts and other accessories for beautification.</a:t>
            </a:r>
            <a:endParaRPr lang="en-US" alt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THE REASON FOR MY CHOICE OF THIS MODEL </a:t>
            </a:r>
            <a:endParaRPr lang="en-US" altLang="en-GB"/>
          </a:p>
        </p:txBody>
      </p:sp>
      <p:sp>
        <p:nvSpPr>
          <p:cNvPr id="3" name="Content Placeholder 2"/>
          <p:cNvSpPr>
            <a:spLocks noGrp="1"/>
          </p:cNvSpPr>
          <p:nvPr>
            <p:ph idx="1"/>
          </p:nvPr>
        </p:nvSpPr>
        <p:spPr/>
        <p:txBody>
          <a:bodyPr/>
          <a:p>
            <a:r>
              <a:rPr lang="en-US" altLang="en-GB"/>
              <a:t>     </a:t>
            </a:r>
            <a:endParaRPr lang="en-US" altLang="en-GB"/>
          </a:p>
          <a:p>
            <a:r>
              <a:rPr lang="en-US" altLang="en-GB"/>
              <a:t>       I chose this model because it is challenging and gave me options and insights on machine learning.This model had alot of columns to drop and Quality amount of Data to use create a streamlit application as a machine learning beginner.</a:t>
            </a:r>
            <a:endParaRPr lang="en-US" altLang="en-GB"/>
          </a:p>
          <a:p>
            <a:r>
              <a:rPr lang="en-US" altLang="en-GB"/>
              <a:t>      At the end of the model we had the chance to draw our Visualization which is known as seaborn and the use of confusion_matrix.</a:t>
            </a:r>
            <a:endParaRPr lang="en-US" alt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GB"/>
              <a:t>THE SELECTED COLUMNS IN THE DATA-SET AND WHY I SELECTED THEM</a:t>
            </a:r>
            <a:endParaRPr lang="en-US" altLang="en-GB"/>
          </a:p>
        </p:txBody>
      </p:sp>
      <p:sp>
        <p:nvSpPr>
          <p:cNvPr id="3" name="Content Placeholder 2"/>
          <p:cNvSpPr>
            <a:spLocks noGrp="1"/>
          </p:cNvSpPr>
          <p:nvPr>
            <p:ph idx="1"/>
          </p:nvPr>
        </p:nvSpPr>
        <p:spPr/>
        <p:txBody>
          <a:bodyPr>
            <a:normAutofit fontScale="60000"/>
          </a:bodyPr>
          <a:p>
            <a:r>
              <a:rPr lang="en-US" altLang="en-GB"/>
              <a:t>BRAND   -THIS WAS THE TARGET I SELECTED THIS TO BE MY TARGET AND REASON FOR ADOPTING THE MODEL(‘DROP_FIRST’)</a:t>
            </a:r>
            <a:endParaRPr lang="en-US" altLang="en-GB"/>
          </a:p>
          <a:p>
            <a:r>
              <a:rPr lang="en-US" altLang="en-GB"/>
              <a:t>SIZE    - I CHOSE IT BECAUSE THE CHOICE OF COLOR SHOULD BE RELEVANT IN EVERY BOUTIQUE STORE</a:t>
            </a:r>
            <a:endParaRPr lang="en-US" altLang="en-GB"/>
          </a:p>
          <a:p>
            <a:r>
              <a:rPr lang="en-US" altLang="en-GB"/>
              <a:t>COLOR    - THE CHOICE OF COLOR SHOULD BE ALSO IMPORTANT SO I DIDNT DROP THIS</a:t>
            </a:r>
            <a:endParaRPr lang="en-US" altLang="en-GB"/>
          </a:p>
          <a:p>
            <a:r>
              <a:rPr lang="en-US" altLang="en-GB"/>
              <a:t>CURRENT_PRICE - I STAYED WITH THE CURRENT_PRICE BECAUSE ALL CLOTHES IN A BOUTIQUE MUST HAVE A PRICE </a:t>
            </a:r>
            <a:endParaRPr lang="en-US" altLang="en-GB"/>
          </a:p>
          <a:p>
            <a:r>
              <a:rPr lang="en-US" altLang="en-GB"/>
              <a:t>STOCK_QUANTITY   - I DIDNT DROP THIS BECAUSE WE NEEDED TO KEEP OR SHOW THE QUALITY OF MATERIAL PURCHASED IN THE DATASET OR MODEL</a:t>
            </a:r>
            <a:endParaRPr lang="en-US" altLang="en-GB"/>
          </a:p>
          <a:p>
            <a:r>
              <a:rPr lang="en-US" altLang="en-GB"/>
              <a:t>CUSTOMER_RATING   - ANOTHER IMPORTANT ATTRIBUTE THIS IS THE VIEW OF THE CUSTOMER TOWARDS THE FASHION BOUTIQUE STORE</a:t>
            </a:r>
            <a:endParaRPr lang="en-US" altLang="en-GB"/>
          </a:p>
          <a:p>
            <a:r>
              <a:rPr lang="en-US" altLang="en-GB"/>
              <a:t>IS_RETURNED  - TO CHECK IF THE CUSTOMER RETURNED THE GOODS HE /HER PURCHASED</a:t>
            </a:r>
            <a:endParaRPr lang="en-US" altLang="en-GB"/>
          </a:p>
          <a:p>
            <a:r>
              <a:rPr lang="en-US" altLang="en-GB"/>
              <a:t>RETURNED_REASON  - TOCHECK IF THE CUSTOMER RETURNED THE PRODUCT AND THE REASON HE/HER RETURNED IT</a:t>
            </a:r>
            <a:endParaRPr lang="en-US" alt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1613</Words>
  <Application>WPS Presentation</Application>
  <PresentationFormat>Widescreen</PresentationFormat>
  <Paragraphs>25</Paragraphs>
  <Slides>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vt:i4>
      </vt:variant>
    </vt:vector>
  </HeadingPairs>
  <TitlesOfParts>
    <vt:vector size="12" baseType="lpstr">
      <vt:lpstr>Arial</vt:lpstr>
      <vt:lpstr>SimSun</vt:lpstr>
      <vt:lpstr>Wingdings</vt:lpstr>
      <vt:lpstr>Arial Unicode MS</vt:lpstr>
      <vt:lpstr>Calibri Light</vt:lpstr>
      <vt:lpstr>Calibri</vt:lpstr>
      <vt:lpstr>Microsoft YaHei</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kakzranking</dc:creator>
  <cp:lastModifiedBy>kakzranking</cp:lastModifiedBy>
  <cp:revision>3</cp:revision>
  <dcterms:created xsi:type="dcterms:W3CDTF">2025-07-23T00:59:00Z</dcterms:created>
  <dcterms:modified xsi:type="dcterms:W3CDTF">2025-10-31T12:07:53Z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92A466CAA19547E1862F7DDF598F1EDF_11</vt:lpwstr>
  </property>
  <property fmtid="{D5CDD505-2E9C-101B-9397-08002B2CF9AE}" pid="3" name="KSOProductBuildVer">
    <vt:lpwstr>2057-12.2.0.22556</vt:lpwstr>
  </property>
</Properties>
</file>